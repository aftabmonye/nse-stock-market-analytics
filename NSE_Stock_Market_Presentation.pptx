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📈 NSE Stock Market Analytics</a:t>
            </a:r>
          </a:p>
          <a:p>
            <a:pPr>
              <a:defRPr sz="2300">
                <a:solidFill>
                  <a:srgbClr val="1683D8"/>
                </a:solidFill>
              </a:defRPr>
            </a:pPr>
            <a:r>
              <a:t>Real-World Data Analytics Project</a:t>
            </a:r>
          </a:p>
          <a:p>
            <a:pPr>
              <a:defRPr sz="1700">
                <a:solidFill>
                  <a:srgbClr val="B8C7DA"/>
                </a:solidFill>
              </a:defRPr>
            </a:pPr>
            <a:r>
              <a:t>Python • EDA • Power BI • Git &amp;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8C7DA"/>
                </a:solidFill>
              </a:defRPr>
            </a:pPr>
            <a:r>
              <a:t>Aftab Monye  •  NSE Stock Market Analytics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</a:defRPr>
            </a:pPr>
            <a:r>
              <a:t>Analyzes real-world NSE stock market data for 08 September 2026.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</a:defRPr>
            </a:pPr>
            <a:r>
              <a:t>Transforms raw market records into a clean, analysis-ready dataset.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</a:defRPr>
            </a:pPr>
            <a:r>
              <a:t>Uses Python for EDA and visualization and Power BI for interactive reporting.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</a:defRPr>
            </a:pPr>
            <a:r>
              <a:t>Converts analytical findings into business insights and recommendations.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8C7DA"/>
                </a:solidFill>
              </a:defRPr>
            </a:pPr>
            <a:r>
              <a:t>Aftab Monye  •  NSE Stock Market Analytics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</a:defRPr>
            </a:pPr>
            <a:r>
              <a:t>NSE datasets contain thousands of stock records and multiple price metrics.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</a:defRPr>
            </a:pPr>
            <a:r>
              <a:t>Manual analysis makes it difficult to identify major gainers, losers and volatile stocks.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</a:defRPr>
            </a:pPr>
            <a:r>
              <a:t>The project aims to clean, analyze and visualize stock movements.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</a:defRPr>
            </a:pPr>
            <a:r>
              <a:t>The final goal is to support faster and clearer data-driven decision making.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8C7DA"/>
                </a:solidFill>
              </a:defRPr>
            </a:pPr>
            <a:r>
              <a:t>Aftab Monye  •  NSE Stock Market Analytics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108960" cy="1371600"/>
          </a:xfrm>
          <a:prstGeom prst="roundRect">
            <a:avLst/>
          </a:prstGeom>
          <a:solidFill>
            <a:srgbClr val="08264D"/>
          </a:solidFill>
          <a:ln>
            <a:solidFill>
              <a:srgbClr val="168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719072"/>
            <a:ext cx="2779776" cy="10424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8C7DA"/>
                </a:solidFill>
              </a:defRPr>
            </a:pPr>
            <a:r>
              <a:t>STOCK RECORDS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2,650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554480"/>
            <a:ext cx="3108960" cy="1371600"/>
          </a:xfrm>
          <a:prstGeom prst="roundRect">
            <a:avLst/>
          </a:prstGeom>
          <a:solidFill>
            <a:srgbClr val="08264D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5112" y="1719072"/>
            <a:ext cx="2779776" cy="10424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8C7DA"/>
                </a:solidFill>
              </a:defRPr>
            </a:pPr>
            <a:r>
              <a:t>COLUMNS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554480"/>
            <a:ext cx="3108960" cy="1371600"/>
          </a:xfrm>
          <a:prstGeom prst="roundRect">
            <a:avLst/>
          </a:prstGeom>
          <a:solidFill>
            <a:srgbClr val="08264D"/>
          </a:solidFill>
          <a:ln>
            <a:solidFill>
              <a:srgbClr val="20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54112" y="1719072"/>
            <a:ext cx="2779776" cy="10424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8C7DA"/>
                </a:solidFill>
              </a:defRPr>
            </a:pPr>
            <a:r>
              <a:t>TRADE DATE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08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Core fields: Symbol, Company Name, Previous Close, Open, High, Low and Close.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Derived fields: Daily Return %, Intraday Range %, and Open to Close %.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Dataset prepared for Python EDA and Power BI analysis.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8C7DA"/>
                </a:solidFill>
              </a:defRPr>
            </a:pPr>
            <a:r>
              <a:t>Aftab Monye  •  NSE Stock Market Analytics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Tools &amp;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🐍 Python — data analysis and transformation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🐼 Pandas &amp; NumPy — data preparation and calculations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📊 Matplotlib &amp; Seaborn — exploratory visualizations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📓 Jupyter Notebook — analysis workflow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📊 Power BI, Power Query &amp; DAX — interactive dashboard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🔧 Git &amp; 🐙 GitHub — version control and project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8C7DA"/>
                </a:solidFill>
              </a:defRPr>
            </a:pPr>
            <a:r>
              <a:t>Aftab Monye  •  NSE Stock Market Analytics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Data Cleaning &amp;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</a:defRPr>
            </a:pPr>
            <a:r>
              <a:t>Converted trade date and price fields into appropriate data types.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</a:defRPr>
            </a:pPr>
            <a:r>
              <a:t>Checked missing values and duplicate records.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</a:defRPr>
            </a:pPr>
            <a:r>
              <a:t>Removed invalid and non-positive price records.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</a:defRPr>
            </a:pPr>
            <a:r>
              <a:t>Validated OHLC relationships for logical consistency.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</a:defRPr>
            </a:pPr>
            <a:r>
              <a:t>Recalculated analytical metrics and saved the cleaned dataset.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8C7DA"/>
                </a:solidFill>
              </a:defRPr>
            </a:pPr>
            <a:r>
              <a:t>Aftab Monye  •  NSE Stock Market Analytics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</a:defRPr>
            </a:pPr>
            <a:r>
              <a:t>Calculated descriptive statistics for key numerical variables.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</a:defRPr>
            </a:pPr>
            <a:r>
              <a:t>Analyzed daily return and closing-price distributions.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</a:defRPr>
            </a:pPr>
            <a:r>
              <a:t>Identified top gainers, top losers and most volatile stocks.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</a:defRPr>
            </a:pPr>
            <a:r>
              <a:t>Used correlation analysis to study relationships among OHLC variables.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</a:defRPr>
            </a:pPr>
            <a:r>
              <a:t>Applied IQR-based outlier detection to key metrics.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8C7DA"/>
                </a:solidFill>
              </a:defRPr>
            </a:pPr>
            <a:r>
              <a:t>Aftab Monye  •  NSE Stock Market Analytics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Data 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Top 10 NSE Gainers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Top 10 NSE Losers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Closing Price Distribution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Daily Return Distribution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Correlation Heatmap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Open vs Close Price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High vs Low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8C7DA"/>
                </a:solidFill>
              </a:defRPr>
            </a:pPr>
            <a:r>
              <a:t>Aftab Monye  •  NSE Stock Market Analytics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Power BI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</a:defRPr>
            </a:pPr>
            <a:r>
              <a:t>5 KPI cards: Total Stocks, Positive Stocks, Negative Stocks, Average Closing Price and Average Daily Return.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</a:defRPr>
            </a:pPr>
            <a:r>
              <a:t>Top 10 Gainers and Top 10 Losers charts.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</a:defRPr>
            </a:pPr>
            <a:r>
              <a:t>Market Gainers vs Losers distribution.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</a:defRPr>
            </a:pPr>
            <a:r>
              <a:t>Closing Price Distribution.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</a:defRPr>
            </a:pPr>
            <a:r>
              <a:t>Top 10 Most Volatile Stocks.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</a:defRPr>
            </a:pPr>
            <a:r>
              <a:t>Interactive filters, slicers, cross-filtering and tooltips.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8C7DA"/>
                </a:solidFill>
              </a:defRPr>
            </a:pPr>
            <a:r>
              <a:t>Aftab Monye  •  NSE Stock Market Analytics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Key Business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383280" cy="1234440"/>
          </a:xfrm>
          <a:prstGeom prst="roundRect">
            <a:avLst/>
          </a:prstGeom>
          <a:solidFill>
            <a:srgbClr val="08264D"/>
          </a:solidFill>
          <a:ln>
            <a:solidFill>
              <a:srgbClr val="20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581912"/>
            <a:ext cx="3054096" cy="905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8C7DA"/>
                </a:solidFill>
              </a:defRPr>
            </a:pPr>
            <a:r>
              <a:t>AVG DAILY RETURN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0.11%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17320"/>
            <a:ext cx="3383280" cy="1234440"/>
          </a:xfrm>
          <a:prstGeom prst="roundRect">
            <a:avLst/>
          </a:prstGeom>
          <a:solidFill>
            <a:srgbClr val="08264D"/>
          </a:solidFill>
          <a:ln>
            <a:solidFill>
              <a:srgbClr val="20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53712" y="1581912"/>
            <a:ext cx="3054096" cy="905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8C7DA"/>
                </a:solidFill>
              </a:defRPr>
            </a:pPr>
            <a:r>
              <a:t>POSITIVE STOCKS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1,181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17320"/>
            <a:ext cx="3383280" cy="1234440"/>
          </a:xfrm>
          <a:prstGeom prst="roundRect">
            <a:avLst/>
          </a:prstGeom>
          <a:solidFill>
            <a:srgbClr val="08264D"/>
          </a:solidFill>
          <a:ln>
            <a:solidFill>
              <a:srgbClr val="F0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2" y="1581912"/>
            <a:ext cx="3054096" cy="905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8C7DA"/>
                </a:solidFill>
              </a:defRPr>
            </a:pPr>
            <a:r>
              <a:t>NEGATIVE STOCKS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1,437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</a:defRPr>
            </a:pPr>
            <a:r>
              <a:t>Highest daily return: GENESYS    (20.00%).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</a:defRPr>
            </a:pPr>
            <a:r>
              <a:t>Lowest daily return: ATALREAL   (-20.00%).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</a:defRPr>
            </a:pPr>
            <a:r>
              <a:t>Highest intraday volatility: TCC        (24.15%).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</a:defRPr>
            </a:pPr>
            <a:r>
              <a:t>Overall market performance was mixed, with substantial stock-level variation.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8C7DA"/>
                </a:solidFill>
              </a:defRPr>
            </a:pPr>
            <a:r>
              <a:t>Aftab Monye  •  NSE Stock Market Analytics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</a:defRPr>
            </a:pPr>
            <a:r>
              <a:t>Monitor highly volatile stocks with stronger risk-management controls.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</a:defRPr>
            </a:pPr>
            <a:r>
              <a:t>Track top gainers and losers regularly to identify unusual market movements.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</a:defRPr>
            </a:pPr>
            <a:r>
              <a:t>Add multiple trading dates for weekly, monthly and long-term trend analysis.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</a:defRPr>
            </a:pPr>
            <a:r>
              <a:t>Add sector-level analysis to compare Banking, IT, Energy, Pharma and other sectors.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</a:defRPr>
            </a:pPr>
            <a:r>
              <a:t>Extend the project with advanced risk metrics such as Beta, Sharpe Ratio and rolling volatility.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8C7DA"/>
                </a:solidFill>
              </a:defRPr>
            </a:pPr>
            <a:r>
              <a:t>Aftab Monye  •  NSE Stock Market Analytics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The project demonstrates an end-to-end data analytics workflow.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Raw NSE market data was transformed into a clean and analysis-ready dataset.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Python EDA and visualizations revealed stock performance and volatility patterns.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Power BI converted the analysis into an interactive business dashboard.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t>The project shows how financial data can be transformed into actionable insights.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257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83D8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8C7DA"/>
                </a:solidFill>
              </a:defRPr>
            </a:pPr>
            <a:r>
              <a:t>Aftab Monye  •  NSE Stock Market Analytics  •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